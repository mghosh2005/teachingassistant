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Welcome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Introduction to Machine Learning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Introduction to Machine Learning Machine Learning is a subfield of Artificial Intelligence that focuses on enabling computers to learn from data without being explicitly programmed.</a:t>
            </a:r>
          </a:p>
          <a:p>
            <a:r>
              <a:rPr sz="2400">
                <a:latin typeface="Calibri"/>
              </a:rPr>
              <a:t>Instead of writing hard-coded rules, machine learning algorithms identify patterns and relationships from examples.</a:t>
            </a:r>
          </a:p>
          <a:p>
            <a:r>
              <a:rPr sz="2400">
                <a:latin typeface="Calibri"/>
              </a:rPr>
              <a:t>This approach is particularly useful in complex problems such as image recognition, speech processing, and medical diagnosis where rule-based systems fail.</a:t>
            </a:r>
          </a:p>
          <a:p>
            <a:r>
              <a:rPr sz="2400">
                <a:latin typeface="Calibri"/>
              </a:rPr>
              <a:t>Machine learning systems improve their performance over time as they are exposed to more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The core idea is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The core idea is to use past experience to make better decisions in the future.</a:t>
            </a:r>
          </a:p>
          <a:p>
            <a:r>
              <a:rPr sz="2400">
                <a:latin typeface="Calibri"/>
              </a:rPr>
              <a:t>This learning capability makes machine learning a powerful tool in modern computing.</a:t>
            </a:r>
          </a:p>
          <a:p>
            <a:r>
              <a:rPr sz="2400">
                <a:latin typeface="Calibri"/>
              </a:rPr>
              <a:t>Types of Machine Learning Machine learning algorithms are broadly categorized into supervised learning, unsupervised learning, and reinforcement learning.</a:t>
            </a:r>
          </a:p>
          <a:p>
            <a:r>
              <a:rPr sz="2400">
                <a:latin typeface="Calibri"/>
              </a:rPr>
              <a:t>Each category differs based on the type of data available and the learning objective.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 supervised learning, the algorithm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 supervised learning, the algorithm is trained using labeled data.</a:t>
            </a:r>
          </a:p>
          <a:p>
            <a:r>
              <a:rPr sz="2400">
                <a:latin typeface="Calibri"/>
              </a:rPr>
              <a:t>This means that each training example is paired with a correct output.</a:t>
            </a:r>
          </a:p>
          <a:p>
            <a:r>
              <a:rPr sz="2400">
                <a:latin typeface="Calibri"/>
              </a:rPr>
              <a:t>Common supervised learning tasks include classification and regression problems.</a:t>
            </a:r>
          </a:p>
          <a:p>
            <a:r>
              <a:rPr sz="2400">
                <a:latin typeface="Calibri"/>
              </a:rPr>
              <a:t>Examples include spam email detection and house price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Unsupervised learning deals with unlabeled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Unsupervised learning deals with unlabeled data.</a:t>
            </a:r>
          </a:p>
          <a:p>
            <a:r>
              <a:rPr sz="2400">
                <a:latin typeface="Calibri"/>
              </a:rPr>
              <a:t>The algorithm attempts to discover hidden patterns or structures within the data without any predefined labels.</a:t>
            </a:r>
          </a:p>
          <a:p>
            <a:r>
              <a:rPr sz="2400">
                <a:latin typeface="Calibri"/>
              </a:rPr>
              <a:t>Clustering and dimensionality reduction are common unsupervised learning techniques.</a:t>
            </a:r>
          </a:p>
          <a:p>
            <a:r>
              <a:rPr sz="2400">
                <a:latin typeface="Calibri"/>
              </a:rPr>
              <a:t>Reinforcement learning is inspired by human learning through trial and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An agent interacts with an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An agent interacts with an environment and learns to take actions that maximize a cumulative reward.</a:t>
            </a:r>
          </a:p>
          <a:p>
            <a:r>
              <a:rPr sz="2400">
                <a:latin typeface="Calibri"/>
              </a:rPr>
              <a:t>This approach is widely used in robotics, game playing, and autonomous systems.</a:t>
            </a:r>
          </a:p>
          <a:p>
            <a:r>
              <a:rPr sz="2400">
                <a:latin typeface="Calibri"/>
              </a:rPr>
              <a:t>Supervised Learning: Regression Regression is a supervised learning technique used to predict continuous numerical values.</a:t>
            </a:r>
          </a:p>
          <a:p>
            <a:r>
              <a:rPr sz="2400">
                <a:latin typeface="Calibri"/>
              </a:rPr>
              <a:t>The goal of regression is to model the relationship between input features and a target variable.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Linear regression is one of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Linear regression is one of the simplest regression algorithms.</a:t>
            </a:r>
          </a:p>
          <a:p>
            <a:r>
              <a:rPr sz="2400">
                <a:latin typeface="Calibri"/>
              </a:rPr>
              <a:t>It assumes a linear relationship between input variables and the output.</a:t>
            </a:r>
          </a:p>
          <a:p>
            <a:r>
              <a:rPr sz="2400">
                <a:latin typeface="Calibri"/>
              </a:rPr>
              <a:t>The model tries to fit a straight line that best represents the data points.</a:t>
            </a:r>
          </a:p>
          <a:p>
            <a:r>
              <a:rPr sz="2400">
                <a:latin typeface="Calibri"/>
              </a:rPr>
              <a:t>The regression model learns parameters that minimize the prediction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 commonly used loss function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 commonly used loss function is the mean squared error, which penalizes large differences between predicted and actual values.</a:t>
            </a:r>
          </a:p>
          <a:p>
            <a:r>
              <a:rPr sz="2400">
                <a:latin typeface="Calibri"/>
              </a:rPr>
              <a:t>Mathematical Model of Linear Regression The linear regression model can be represented mathematically as: y = Wx + b Here, y is the predicted output, x represents the input features, W is the weight parameter, and b is the bias term.</a:t>
            </a:r>
          </a:p>
          <a:p>
            <a:r>
              <a:rPr sz="2400">
                <a:latin typeface="Calibri"/>
              </a:rPr>
              <a:t>The goal of training is to find optimal values of W and b that minimize the loss function.</a:t>
            </a:r>
          </a:p>
          <a:p>
            <a:r>
              <a:rPr sz="2400">
                <a:latin typeface="Calibri"/>
              </a:rPr>
              <a:t>Gradient descent is an optimization algorithm commonly used to train regression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It iteratively updates the model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It iteratively updates the model parameters in the direction that reduces the loss.</a:t>
            </a:r>
          </a:p>
          <a:p>
            <a:r>
              <a:rPr sz="2400">
                <a:latin typeface="Calibri"/>
              </a:rPr>
              <a:t>Training and Evaluation Training a machine learning model involves feeding data into the algorithm and adjusting its parameters based on the error.</a:t>
            </a:r>
          </a:p>
          <a:p>
            <a:r>
              <a:rPr sz="2400">
                <a:latin typeface="Calibri"/>
              </a:rPr>
              <a:t>The dataset is typically divided into training and testing sets.</a:t>
            </a:r>
          </a:p>
          <a:p>
            <a:r>
              <a:rPr sz="2400">
                <a:latin typeface="Calibri"/>
              </a:rPr>
              <a:t>The training set is used to learn the model parameters, while the testing set is used to evaluate the model’s performance on unseen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This helps in measuring how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This helps in measuring how well the model generalizes.</a:t>
            </a:r>
          </a:p>
          <a:p>
            <a:r>
              <a:rPr sz="2400">
                <a:latin typeface="Calibri"/>
              </a:rPr>
              <a:t>Common evaluation metrics for regression models include mean squared error and R- squared score.</a:t>
            </a:r>
          </a:p>
          <a:p>
            <a:r>
              <a:rPr sz="2400">
                <a:latin typeface="Calibri"/>
              </a:rPr>
              <a:t>Proper evaluation ensures that the model is neither overfitting nor underfitting the data.</a:t>
            </a:r>
          </a:p>
          <a:p>
            <a:r>
              <a:rPr sz="2400">
                <a:latin typeface="Calibri"/>
              </a:rPr>
              <a:t>Applications of Machine Learning Machine learning has a wide range of applications across various domains.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 healthcare, it is used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In healthcare, it is used for disease prediction, medical image analysis, and personalized treatment planning.</a:t>
            </a:r>
          </a:p>
          <a:p>
            <a:r>
              <a:rPr sz="2400">
                <a:latin typeface="Calibri"/>
              </a:rPr>
              <a:t>In finance, machine learning is applied to fraud detection, credit scoring, and algorithmic trading.</a:t>
            </a:r>
          </a:p>
          <a:p>
            <a:r>
              <a:rPr sz="2400">
                <a:latin typeface="Calibri"/>
              </a:rPr>
              <a:t>Recommendation systems used by streaming platforms and e- commerce websites also rely heavily on machine learning techniques.</a:t>
            </a:r>
          </a:p>
          <a:p>
            <a:r>
              <a:rPr sz="2400">
                <a:latin typeface="Calibri"/>
              </a:rPr>
              <a:t>As data availability continues to grow, machine learning is expected to play an increasingly important role in shaping future technologies.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Default doc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KIIT0001</dc:creator>
  <cp:lastModifiedBy>REYAN DAS</cp:lastModifiedBy>
  <cp:revision>4</cp:revision>
  <dcterms:created xsi:type="dcterms:W3CDTF">2025-07-23T00:59:00Z</dcterms:created>
  <dcterms:modified xsi:type="dcterms:W3CDTF">2026-01-08T09:51:42Z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2B23A38BCF804514930644DCCBAD94B3_11</vt:lpwstr>
  </property>
  <property fmtid="{D5CDD505-2E9C-101B-9397-08002B2CF9AE}" pid="3" name="KSOProductBuildVer">
    <vt:lpwstr>1033-12.2.0.23196</vt:lpwstr>
  </property>
</Properties>
</file>