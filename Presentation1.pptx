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505835" y="106045"/>
            <a:ext cx="4781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KIITX  ONLINE COURSE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Blue Waves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REYAN DAS</cp:lastModifiedBy>
  <cp:revision>3</cp:revision>
  <dcterms:created xsi:type="dcterms:W3CDTF">2025-07-23T00:59:00Z</dcterms:created>
  <dcterms:modified xsi:type="dcterms:W3CDTF">2026-01-09T05:53:55Z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35E577A8536446D8997B01D5D077585A_11</vt:lpwstr>
  </property>
  <property fmtid="{D5CDD505-2E9C-101B-9397-08002B2CF9AE}" pid="3" name="KSOProductBuildVer">
    <vt:lpwstr>1033-12.2.0.23196</vt:lpwstr>
  </property>
</Properties>
</file>